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04" r:id="rId2"/>
    <p:sldId id="2806" r:id="rId3"/>
    <p:sldId id="2805" r:id="rId4"/>
  </p:sldIdLst>
  <p:sldSz cx="12192000" cy="6858000"/>
  <p:notesSz cx="6797675" cy="9926638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1pPr>
    <a:lvl2pPr marL="0" marR="0" indent="43726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2pPr>
    <a:lvl3pPr marL="0" marR="0" indent="874531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3pPr>
    <a:lvl4pPr marL="0" marR="0" indent="1311798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4pPr>
    <a:lvl5pPr marL="0" marR="0" indent="1749063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5pPr>
    <a:lvl6pPr marL="0" marR="0" indent="2186329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6pPr>
    <a:lvl7pPr marL="0" marR="0" indent="2623596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7pPr>
    <a:lvl8pPr marL="0" marR="0" indent="3060862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8pPr>
    <a:lvl9pPr marL="0" marR="0" indent="3498129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Koytek" initials="TK" lastIdx="1" clrIdx="0">
    <p:extLst>
      <p:ext uri="{19B8F6BF-5375-455C-9EA6-DF929625EA0E}">
        <p15:presenceInfo xmlns:p15="http://schemas.microsoft.com/office/powerpoint/2012/main" userId="1122f4c81c71b2f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8CCB"/>
    <a:srgbClr val="F7941E"/>
    <a:srgbClr val="48724D"/>
    <a:srgbClr val="FFFFFF"/>
    <a:srgbClr val="02785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DADA"/>
          </a:solidFill>
        </a:fill>
      </a:tcStyle>
    </a:wholeTbl>
    <a:band2H>
      <a:tcTxStyle/>
      <a:tcStyle>
        <a:tcBdr/>
        <a:fill>
          <a:solidFill>
            <a:srgbClr val="EDED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E3CA"/>
          </a:solidFill>
        </a:fill>
      </a:tcStyle>
    </a:wholeTbl>
    <a:band2H>
      <a:tcTxStyle/>
      <a:tcStyle>
        <a:tcBdr/>
        <a:fill>
          <a:solidFill>
            <a:srgbClr val="FCF2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9D1"/>
          </a:solidFill>
        </a:fill>
      </a:tcStyle>
    </a:wholeTbl>
    <a:band2H>
      <a:tcTxStyle/>
      <a:tcStyle>
        <a:tcBdr/>
        <a:fill>
          <a:solidFill>
            <a:srgbClr val="E6ED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51" autoAdjust="0"/>
    <p:restoredTop sz="92974" autoAdjust="0"/>
  </p:normalViewPr>
  <p:slideViewPr>
    <p:cSldViewPr snapToGrid="0">
      <p:cViewPr varScale="1">
        <p:scale>
          <a:sx n="136" d="100"/>
          <a:sy n="136" d="100"/>
        </p:scale>
        <p:origin x="1944" y="3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Koytek" userId="1122f4c81c71b2f9" providerId="LiveId" clId="{D2B6B98E-0142-429B-8A8A-B9910BEE542A}"/>
    <pc:docChg chg="delSld modSld sldOrd">
      <pc:chgData name="Thomas Koytek" userId="1122f4c81c71b2f9" providerId="LiveId" clId="{D2B6B98E-0142-429B-8A8A-B9910BEE542A}" dt="2025-10-28T15:01:16.310" v="2"/>
      <pc:docMkLst>
        <pc:docMk/>
      </pc:docMkLst>
      <pc:sldChg chg="del">
        <pc:chgData name="Thomas Koytek" userId="1122f4c81c71b2f9" providerId="LiveId" clId="{D2B6B98E-0142-429B-8A8A-B9910BEE542A}" dt="2025-10-28T06:44:55.169" v="0" actId="47"/>
        <pc:sldMkLst>
          <pc:docMk/>
          <pc:sldMk cId="1684561202" sldId="2802"/>
        </pc:sldMkLst>
      </pc:sldChg>
      <pc:sldChg chg="ord">
        <pc:chgData name="Thomas Koytek" userId="1122f4c81c71b2f9" providerId="LiveId" clId="{D2B6B98E-0142-429B-8A8A-B9910BEE542A}" dt="2025-10-28T15:01:16.310" v="2"/>
        <pc:sldMkLst>
          <pc:docMk/>
          <pc:sldMk cId="27495707" sldId="28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</p:spPr>
        <p:txBody>
          <a:bodyPr lIns="95562" tIns="47781" rIns="95562" bIns="47781"/>
          <a:lstStyle/>
          <a:p>
            <a:endParaRPr/>
          </a:p>
        </p:txBody>
      </p:sp>
      <p:sp>
        <p:nvSpPr>
          <p:cNvPr id="137" name="Shape 137"/>
          <p:cNvSpPr>
            <a:spLocks noGrp="1"/>
          </p:cNvSpPr>
          <p:nvPr>
            <p:ph type="body" sz="quarter" idx="1"/>
          </p:nvPr>
        </p:nvSpPr>
        <p:spPr>
          <a:xfrm>
            <a:off x="906358" y="4715153"/>
            <a:ext cx="4984961" cy="4466987"/>
          </a:xfrm>
          <a:prstGeom prst="rect">
            <a:avLst/>
          </a:prstGeom>
        </p:spPr>
        <p:txBody>
          <a:bodyPr lIns="95562" tIns="47781" rIns="95562" bIns="47781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300"/>
      </a:spcBef>
      <a:defRPr sz="1100">
        <a:latin typeface="+mj-lt"/>
        <a:ea typeface="+mj-ea"/>
        <a:cs typeface="+mj-cs"/>
        <a:sym typeface="Trebuchet MS"/>
      </a:defRPr>
    </a:lvl1pPr>
    <a:lvl2pPr indent="228600" latinLnBrk="0">
      <a:spcBef>
        <a:spcPts val="300"/>
      </a:spcBef>
      <a:defRPr sz="1100">
        <a:latin typeface="+mj-lt"/>
        <a:ea typeface="+mj-ea"/>
        <a:cs typeface="+mj-cs"/>
        <a:sym typeface="Trebuchet MS"/>
      </a:defRPr>
    </a:lvl2pPr>
    <a:lvl3pPr indent="457200" latinLnBrk="0">
      <a:spcBef>
        <a:spcPts val="300"/>
      </a:spcBef>
      <a:defRPr sz="1100">
        <a:latin typeface="+mj-lt"/>
        <a:ea typeface="+mj-ea"/>
        <a:cs typeface="+mj-cs"/>
        <a:sym typeface="Trebuchet MS"/>
      </a:defRPr>
    </a:lvl3pPr>
    <a:lvl4pPr indent="685800" latinLnBrk="0">
      <a:spcBef>
        <a:spcPts val="300"/>
      </a:spcBef>
      <a:defRPr sz="1100">
        <a:latin typeface="+mj-lt"/>
        <a:ea typeface="+mj-ea"/>
        <a:cs typeface="+mj-cs"/>
        <a:sym typeface="Trebuchet MS"/>
      </a:defRPr>
    </a:lvl4pPr>
    <a:lvl5pPr indent="914400" latinLnBrk="0">
      <a:spcBef>
        <a:spcPts val="300"/>
      </a:spcBef>
      <a:defRPr sz="1100">
        <a:latin typeface="+mj-lt"/>
        <a:ea typeface="+mj-ea"/>
        <a:cs typeface="+mj-cs"/>
        <a:sym typeface="Trebuchet MS"/>
      </a:defRPr>
    </a:lvl5pPr>
    <a:lvl6pPr indent="1143000" latinLnBrk="0">
      <a:spcBef>
        <a:spcPts val="300"/>
      </a:spcBef>
      <a:defRPr sz="1100">
        <a:latin typeface="+mj-lt"/>
        <a:ea typeface="+mj-ea"/>
        <a:cs typeface="+mj-cs"/>
        <a:sym typeface="Trebuchet MS"/>
      </a:defRPr>
    </a:lvl6pPr>
    <a:lvl7pPr indent="1371600" latinLnBrk="0">
      <a:spcBef>
        <a:spcPts val="300"/>
      </a:spcBef>
      <a:defRPr sz="1100">
        <a:latin typeface="+mj-lt"/>
        <a:ea typeface="+mj-ea"/>
        <a:cs typeface="+mj-cs"/>
        <a:sym typeface="Trebuchet MS"/>
      </a:defRPr>
    </a:lvl7pPr>
    <a:lvl8pPr indent="1600200" latinLnBrk="0">
      <a:spcBef>
        <a:spcPts val="300"/>
      </a:spcBef>
      <a:defRPr sz="1100">
        <a:latin typeface="+mj-lt"/>
        <a:ea typeface="+mj-ea"/>
        <a:cs typeface="+mj-cs"/>
        <a:sym typeface="Trebuchet MS"/>
      </a:defRPr>
    </a:lvl8pPr>
    <a:lvl9pPr indent="1828800" latinLnBrk="0">
      <a:spcBef>
        <a:spcPts val="300"/>
      </a:spcBef>
      <a:defRPr sz="1100">
        <a:latin typeface="+mj-lt"/>
        <a:ea typeface="+mj-ea"/>
        <a:cs typeface="+mj-cs"/>
        <a:sym typeface="Trebuchet M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Titel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430257A-0788-45BF-B76A-9A268F5F11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51440"/>
            <a:ext cx="12164160" cy="8109440"/>
          </a:xfrm>
          <a:prstGeom prst="rect">
            <a:avLst/>
          </a:prstGeom>
        </p:spPr>
      </p:pic>
      <p:sp>
        <p:nvSpPr>
          <p:cNvPr id="15" name="Rechteck"/>
          <p:cNvSpPr/>
          <p:nvPr/>
        </p:nvSpPr>
        <p:spPr>
          <a:xfrm>
            <a:off x="2734654" y="5631678"/>
            <a:ext cx="9443426" cy="1236611"/>
          </a:xfrm>
          <a:prstGeom prst="rect">
            <a:avLst/>
          </a:prstGeom>
          <a:solidFill>
            <a:srgbClr val="458CC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Titeltext"/>
          <p:cNvSpPr txBox="1">
            <a:spLocks noGrp="1"/>
          </p:cNvSpPr>
          <p:nvPr>
            <p:ph type="body" sz="quarter" idx="21"/>
          </p:nvPr>
        </p:nvSpPr>
        <p:spPr>
          <a:xfrm>
            <a:off x="4945737" y="5631678"/>
            <a:ext cx="6947907" cy="104168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1" indent="0" algn="ctr">
              <a:spcBef>
                <a:spcPts val="0"/>
              </a:spcBef>
              <a:buSzTx/>
              <a:buNone/>
              <a:defRPr sz="2900" b="1">
                <a:solidFill>
                  <a:srgbClr val="FFFFFF"/>
                </a:solidFill>
              </a:defRPr>
            </a:pPr>
            <a:r>
              <a:t>Titeltext</a:t>
            </a:r>
          </a:p>
        </p:txBody>
      </p:sp>
      <p:sp>
        <p:nvSpPr>
          <p:cNvPr id="11" name="Rechteck">
            <a:extLst>
              <a:ext uri="{FF2B5EF4-FFF2-40B4-BE49-F238E27FC236}">
                <a16:creationId xmlns:a16="http://schemas.microsoft.com/office/drawing/2014/main" id="{D877D526-ED4B-493E-B539-6D18F49F69F4}"/>
              </a:ext>
            </a:extLst>
          </p:cNvPr>
          <p:cNvSpPr/>
          <p:nvPr userDrawn="1"/>
        </p:nvSpPr>
        <p:spPr>
          <a:xfrm>
            <a:off x="0" y="5631678"/>
            <a:ext cx="2734654" cy="123661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" name="Bild" descr="Bild">
            <a:extLst>
              <a:ext uri="{FF2B5EF4-FFF2-40B4-BE49-F238E27FC236}">
                <a16:creationId xmlns:a16="http://schemas.microsoft.com/office/drawing/2014/main" id="{1B45CEF5-1704-4BF0-959A-DC7A9273F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8547" y="5789711"/>
            <a:ext cx="2411449" cy="883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4685379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Titel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2D02FF0E-842D-4D1B-BF4F-0667D5388C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51440"/>
            <a:ext cx="12164160" cy="8109440"/>
          </a:xfrm>
          <a:prstGeom prst="rect">
            <a:avLst/>
          </a:prstGeom>
        </p:spPr>
      </p:pic>
      <p:sp>
        <p:nvSpPr>
          <p:cNvPr id="15" name="Rechteck"/>
          <p:cNvSpPr/>
          <p:nvPr/>
        </p:nvSpPr>
        <p:spPr>
          <a:xfrm>
            <a:off x="4945736" y="5631678"/>
            <a:ext cx="7232343" cy="1236611"/>
          </a:xfrm>
          <a:prstGeom prst="rect">
            <a:avLst/>
          </a:prstGeom>
          <a:solidFill>
            <a:srgbClr val="458CC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Titeltext"/>
          <p:cNvSpPr txBox="1">
            <a:spLocks noGrp="1"/>
          </p:cNvSpPr>
          <p:nvPr>
            <p:ph type="body" sz="quarter" idx="21"/>
          </p:nvPr>
        </p:nvSpPr>
        <p:spPr>
          <a:xfrm>
            <a:off x="4945737" y="5755503"/>
            <a:ext cx="6947907" cy="104168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1" indent="0" algn="ctr">
              <a:spcBef>
                <a:spcPts val="0"/>
              </a:spcBef>
              <a:buSzTx/>
              <a:buNone/>
              <a:defRPr sz="2900" b="1">
                <a:solidFill>
                  <a:srgbClr val="FFFFFF"/>
                </a:solidFill>
              </a:defRPr>
            </a:pPr>
            <a:r>
              <a:t>Titeltext</a:t>
            </a:r>
          </a:p>
        </p:txBody>
      </p:sp>
      <p:sp>
        <p:nvSpPr>
          <p:cNvPr id="11" name="Rechteck">
            <a:extLst>
              <a:ext uri="{FF2B5EF4-FFF2-40B4-BE49-F238E27FC236}">
                <a16:creationId xmlns:a16="http://schemas.microsoft.com/office/drawing/2014/main" id="{D877D526-ED4B-493E-B539-6D18F49F69F4}"/>
              </a:ext>
            </a:extLst>
          </p:cNvPr>
          <p:cNvSpPr/>
          <p:nvPr userDrawn="1"/>
        </p:nvSpPr>
        <p:spPr>
          <a:xfrm>
            <a:off x="-1" y="5631678"/>
            <a:ext cx="4945735" cy="123661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CB83B1B-0C86-48EA-B378-2485F88EA3FF}"/>
              </a:ext>
            </a:extLst>
          </p:cNvPr>
          <p:cNvSpPr txBox="1"/>
          <p:nvPr userDrawn="1"/>
        </p:nvSpPr>
        <p:spPr>
          <a:xfrm>
            <a:off x="152400" y="6030534"/>
            <a:ext cx="1427633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https://visbo.de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A4E4EF7-CAF1-42D1-836A-D8E1E2836EFC}"/>
              </a:ext>
            </a:extLst>
          </p:cNvPr>
          <p:cNvSpPr txBox="1"/>
          <p:nvPr userDrawn="1"/>
        </p:nvSpPr>
        <p:spPr>
          <a:xfrm>
            <a:off x="152400" y="6226532"/>
            <a:ext cx="2046392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https://visbo.de/events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336E1E2-F466-42D3-B758-669427F88559}"/>
              </a:ext>
            </a:extLst>
          </p:cNvPr>
          <p:cNvSpPr txBox="1"/>
          <p:nvPr userDrawn="1"/>
        </p:nvSpPr>
        <p:spPr>
          <a:xfrm>
            <a:off x="152400" y="6422530"/>
            <a:ext cx="227722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email: marketing@visbo.de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0262A56-0636-42E1-A3E0-4A981C8E6BF2}"/>
              </a:ext>
            </a:extLst>
          </p:cNvPr>
          <p:cNvSpPr txBox="1"/>
          <p:nvPr userDrawn="1"/>
        </p:nvSpPr>
        <p:spPr>
          <a:xfrm>
            <a:off x="152400" y="5741178"/>
            <a:ext cx="154304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More Information:</a:t>
            </a:r>
          </a:p>
        </p:txBody>
      </p:sp>
      <p:pic>
        <p:nvPicPr>
          <p:cNvPr id="14" name="Bild" descr="Bild">
            <a:extLst>
              <a:ext uri="{FF2B5EF4-FFF2-40B4-BE49-F238E27FC236}">
                <a16:creationId xmlns:a16="http://schemas.microsoft.com/office/drawing/2014/main" id="{5D95684F-E13F-430A-93EE-7D6B111B7F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0862" y="5803473"/>
            <a:ext cx="2411449" cy="883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1873917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Triangle left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hteck 3"/>
          <p:cNvSpPr/>
          <p:nvPr/>
        </p:nvSpPr>
        <p:spPr>
          <a:xfrm>
            <a:off x="-2738" y="0"/>
            <a:ext cx="2637532" cy="6858000"/>
          </a:xfrm>
          <a:prstGeom prst="rect">
            <a:avLst/>
          </a:prstGeom>
          <a:solidFill>
            <a:srgbClr val="458CC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56" name="Gleichschenkliges Dreieck 5"/>
          <p:cNvSpPr/>
          <p:nvPr/>
        </p:nvSpPr>
        <p:spPr>
          <a:xfrm rot="5400000">
            <a:off x="122519" y="2512275"/>
            <a:ext cx="6858001" cy="1833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0752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458CCB"/>
          </a:solidFill>
          <a:ln w="12700">
            <a:miter lim="400000"/>
          </a:ln>
        </p:spPr>
        <p:txBody>
          <a:bodyPr lIns="45719" rIns="45719"/>
          <a:lstStyle/>
          <a:p>
            <a:pPr defTabSz="1001712">
              <a:defRPr sz="1600"/>
            </a:pPr>
            <a:endParaRPr/>
          </a:p>
        </p:txBody>
      </p:sp>
      <p:sp>
        <p:nvSpPr>
          <p:cNvPr id="57" name="Text here .."/>
          <p:cNvSpPr txBox="1">
            <a:spLocks noGrp="1"/>
          </p:cNvSpPr>
          <p:nvPr>
            <p:ph type="body" sz="quarter" idx="21"/>
          </p:nvPr>
        </p:nvSpPr>
        <p:spPr>
          <a:xfrm>
            <a:off x="425776" y="3058707"/>
            <a:ext cx="3336619" cy="740585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defTabSz="914400">
              <a:lnSpc>
                <a:spcPct val="150000"/>
              </a:lnSpc>
              <a:spcBef>
                <a:spcPts val="0"/>
              </a:spcBef>
              <a:buSz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r>
              <a:rPr dirty="0"/>
              <a:t>Text here .. </a:t>
            </a:r>
          </a:p>
        </p:txBody>
      </p:sp>
      <p:sp>
        <p:nvSpPr>
          <p:cNvPr id="58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06966" y="6497211"/>
            <a:ext cx="437620" cy="24622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Bild" descr="Bild">
            <a:extLst>
              <a:ext uri="{FF2B5EF4-FFF2-40B4-BE49-F238E27FC236}">
                <a16:creationId xmlns:a16="http://schemas.microsoft.com/office/drawing/2014/main" id="{60FC8050-EE2E-441C-BE5B-2BB7EF94BD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2269" y="199084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9662228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Triangle left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hteck 3"/>
          <p:cNvSpPr/>
          <p:nvPr/>
        </p:nvSpPr>
        <p:spPr>
          <a:xfrm>
            <a:off x="-2738" y="0"/>
            <a:ext cx="2637532" cy="6858000"/>
          </a:xfrm>
          <a:prstGeom prst="rect">
            <a:avLst/>
          </a:prstGeom>
          <a:solidFill>
            <a:srgbClr val="F79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56" name="Gleichschenkliges Dreieck 5"/>
          <p:cNvSpPr/>
          <p:nvPr/>
        </p:nvSpPr>
        <p:spPr>
          <a:xfrm rot="5400000">
            <a:off x="122519" y="2512275"/>
            <a:ext cx="6858001" cy="1833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0752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7941E"/>
          </a:solidFill>
          <a:ln w="12700">
            <a:miter lim="400000"/>
          </a:ln>
        </p:spPr>
        <p:txBody>
          <a:bodyPr lIns="45719" rIns="45719"/>
          <a:lstStyle/>
          <a:p>
            <a:pPr defTabSz="1001712">
              <a:defRPr sz="1600"/>
            </a:pPr>
            <a:endParaRPr/>
          </a:p>
        </p:txBody>
      </p:sp>
      <p:sp>
        <p:nvSpPr>
          <p:cNvPr id="57" name="Text here .."/>
          <p:cNvSpPr txBox="1">
            <a:spLocks noGrp="1"/>
          </p:cNvSpPr>
          <p:nvPr>
            <p:ph type="body" sz="quarter" idx="21"/>
          </p:nvPr>
        </p:nvSpPr>
        <p:spPr>
          <a:xfrm>
            <a:off x="425776" y="3058707"/>
            <a:ext cx="3336619" cy="740585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defTabSz="914400">
              <a:lnSpc>
                <a:spcPct val="150000"/>
              </a:lnSpc>
              <a:spcBef>
                <a:spcPts val="0"/>
              </a:spcBef>
              <a:buSz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r>
              <a:rPr dirty="0"/>
              <a:t>Text here .. </a:t>
            </a:r>
          </a:p>
        </p:txBody>
      </p:sp>
      <p:sp>
        <p:nvSpPr>
          <p:cNvPr id="58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06966" y="6497211"/>
            <a:ext cx="437620" cy="24622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Bild" descr="Bild">
            <a:extLst>
              <a:ext uri="{FF2B5EF4-FFF2-40B4-BE49-F238E27FC236}">
                <a16:creationId xmlns:a16="http://schemas.microsoft.com/office/drawing/2014/main" id="{60FC8050-EE2E-441C-BE5B-2BB7EF94BD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2269" y="199084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9470885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Round left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60"/>
          <p:cNvSpPr/>
          <p:nvPr/>
        </p:nvSpPr>
        <p:spPr>
          <a:xfrm>
            <a:off x="-3842812" y="0"/>
            <a:ext cx="7594625" cy="6830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0" y="10800"/>
                </a:lnTo>
                <a:lnTo>
                  <a:pt x="0" y="10800"/>
                </a:lnTo>
                <a:close/>
                <a:moveTo>
                  <a:pt x="10800" y="0"/>
                </a:moveTo>
                <a:lnTo>
                  <a:pt x="11904" y="56"/>
                </a:lnTo>
                <a:cubicBezTo>
                  <a:pt x="17350" y="609"/>
                  <a:pt x="21600" y="5208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lnTo>
                  <a:pt x="1080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7941E"/>
          </a:solidFill>
          <a:ln w="12700"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defRPr sz="15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TextBox 18"/>
          <p:cNvSpPr txBox="1">
            <a:spLocks noGrp="1"/>
          </p:cNvSpPr>
          <p:nvPr>
            <p:ph type="body" sz="quarter" idx="21"/>
          </p:nvPr>
        </p:nvSpPr>
        <p:spPr>
          <a:xfrm>
            <a:off x="90888" y="2821630"/>
            <a:ext cx="3412297" cy="1187451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/>
          <a:p>
            <a:pPr marL="0" indent="0" defTabSz="914400">
              <a:lnSpc>
                <a:spcPct val="95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</a:defRPr>
            </a:pPr>
            <a:r>
              <a:t>Text here </a:t>
            </a:r>
            <a:br/>
            <a:r>
              <a:t>..</a:t>
            </a:r>
            <a:endParaRPr sz="1400"/>
          </a:p>
        </p:txBody>
      </p:sp>
      <p:sp>
        <p:nvSpPr>
          <p:cNvPr id="48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6" name="Bild" descr="Bild">
            <a:extLst>
              <a:ext uri="{FF2B5EF4-FFF2-40B4-BE49-F238E27FC236}">
                <a16:creationId xmlns:a16="http://schemas.microsoft.com/office/drawing/2014/main" id="{DBB9542D-3885-4A86-95E9-BAB0969592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2269" y="199084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3864685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plit 50red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eck 3"/>
          <p:cNvSpPr/>
          <p:nvPr/>
        </p:nvSpPr>
        <p:spPr>
          <a:xfrm>
            <a:off x="-16108" y="0"/>
            <a:ext cx="6112107" cy="6858001"/>
          </a:xfrm>
          <a:prstGeom prst="rect">
            <a:avLst/>
          </a:prstGeom>
          <a:solidFill>
            <a:srgbClr val="458CC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2" name="Title"/>
          <p:cNvSpPr txBox="1">
            <a:spLocks noGrp="1"/>
          </p:cNvSpPr>
          <p:nvPr>
            <p:ph type="body" sz="quarter" idx="24"/>
          </p:nvPr>
        </p:nvSpPr>
        <p:spPr>
          <a:xfrm>
            <a:off x="313707" y="2778722"/>
            <a:ext cx="5312064" cy="447041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algn="ctr" defTabSz="914400">
              <a:lnSpc>
                <a:spcPct val="150000"/>
              </a:lnSpc>
              <a:spcBef>
                <a:spcPts val="0"/>
              </a:spcBef>
              <a:buSzTx/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r>
              <a:t>Title</a:t>
            </a:r>
          </a:p>
        </p:txBody>
      </p:sp>
      <p:sp>
        <p:nvSpPr>
          <p:cNvPr id="73" name="Text"/>
          <p:cNvSpPr txBox="1">
            <a:spLocks noGrp="1"/>
          </p:cNvSpPr>
          <p:nvPr>
            <p:ph type="body" sz="quarter" idx="25"/>
          </p:nvPr>
        </p:nvSpPr>
        <p:spPr>
          <a:xfrm>
            <a:off x="313707" y="3424139"/>
            <a:ext cx="5312064" cy="358141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defTabSz="914400">
              <a:lnSpc>
                <a:spcPct val="120000"/>
              </a:lnSpc>
              <a:spcBef>
                <a:spcPts val="0"/>
              </a:spcBef>
              <a:buSzTx/>
              <a:buNone/>
              <a:defRPr sz="1800">
                <a:solidFill>
                  <a:srgbClr val="FFFFFF"/>
                </a:solidFill>
              </a:defRPr>
            </a:lvl1pPr>
          </a:lstStyle>
          <a:p>
            <a:pPr>
              <a:defRPr b="1"/>
            </a:pPr>
            <a:r>
              <a:rPr b="0"/>
              <a:t>Text</a:t>
            </a:r>
          </a:p>
        </p:txBody>
      </p:sp>
      <p:sp>
        <p:nvSpPr>
          <p:cNvPr id="74" name="Bullet"/>
          <p:cNvSpPr txBox="1">
            <a:spLocks noGrp="1"/>
          </p:cNvSpPr>
          <p:nvPr>
            <p:ph type="body" sz="quarter" idx="26"/>
          </p:nvPr>
        </p:nvSpPr>
        <p:spPr>
          <a:xfrm>
            <a:off x="313707" y="4117660"/>
            <a:ext cx="5312064" cy="358141"/>
          </a:xfrm>
          <a:prstGeom prst="rect">
            <a:avLst/>
          </a:prstGeom>
        </p:spPr>
        <p:txBody>
          <a:bodyPr lIns="45719" tIns="45719" rIns="45719" bIns="45719">
            <a:spAutoFit/>
          </a:bodyPr>
          <a:lstStyle>
            <a:lvl1pPr marL="381000" indent="-381000" defTabSz="914400">
              <a:spcBef>
                <a:spcPts val="12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 b="1"/>
            </a:pPr>
            <a:r>
              <a:rPr b="0"/>
              <a:t>Bullet</a:t>
            </a:r>
          </a:p>
        </p:txBody>
      </p:sp>
      <p:sp>
        <p:nvSpPr>
          <p:cNvPr id="75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1558" y="6454126"/>
            <a:ext cx="225823" cy="241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13" name="Bild" descr="Bild">
            <a:extLst>
              <a:ext uri="{FF2B5EF4-FFF2-40B4-BE49-F238E27FC236}">
                <a16:creationId xmlns:a16="http://schemas.microsoft.com/office/drawing/2014/main" id="{12731772-4AEF-464F-9BBB-6513730E19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2269" y="199084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8591863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plit 50red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eck 3"/>
          <p:cNvSpPr/>
          <p:nvPr/>
        </p:nvSpPr>
        <p:spPr>
          <a:xfrm>
            <a:off x="-16108" y="0"/>
            <a:ext cx="6112107" cy="6858001"/>
          </a:xfrm>
          <a:prstGeom prst="rect">
            <a:avLst/>
          </a:prstGeom>
          <a:solidFill>
            <a:srgbClr val="458CC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1558" y="6454126"/>
            <a:ext cx="225823" cy="241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13" name="Bild" descr="Bild">
            <a:extLst>
              <a:ext uri="{FF2B5EF4-FFF2-40B4-BE49-F238E27FC236}">
                <a16:creationId xmlns:a16="http://schemas.microsoft.com/office/drawing/2014/main" id="{2D73B342-00FF-4791-8CDC-A995BE971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2269" y="199084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6900788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plit 50red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eck 3"/>
          <p:cNvSpPr/>
          <p:nvPr/>
        </p:nvSpPr>
        <p:spPr>
          <a:xfrm>
            <a:off x="6096001" y="-8545"/>
            <a:ext cx="6096000" cy="6858001"/>
          </a:xfrm>
          <a:prstGeom prst="rect">
            <a:avLst/>
          </a:prstGeom>
          <a:solidFill>
            <a:srgbClr val="458CC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" name="Ellipse 4"/>
          <p:cNvSpPr/>
          <p:nvPr/>
        </p:nvSpPr>
        <p:spPr>
          <a:xfrm>
            <a:off x="8450290" y="623714"/>
            <a:ext cx="1481591" cy="1501333"/>
          </a:xfrm>
          <a:prstGeom prst="ellipse">
            <a:avLst/>
          </a:prstGeom>
          <a:ln w="28575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" name="Title"/>
          <p:cNvSpPr txBox="1">
            <a:spLocks noGrp="1"/>
          </p:cNvSpPr>
          <p:nvPr>
            <p:ph type="body" sz="quarter" idx="24"/>
          </p:nvPr>
        </p:nvSpPr>
        <p:spPr>
          <a:xfrm>
            <a:off x="6535053" y="2778722"/>
            <a:ext cx="5312064" cy="447041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algn="ctr" defTabSz="914400">
              <a:lnSpc>
                <a:spcPct val="150000"/>
              </a:lnSpc>
              <a:spcBef>
                <a:spcPts val="0"/>
              </a:spcBef>
              <a:buSzTx/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r>
              <a:t>Title</a:t>
            </a:r>
          </a:p>
        </p:txBody>
      </p:sp>
      <p:sp>
        <p:nvSpPr>
          <p:cNvPr id="73" name="Text"/>
          <p:cNvSpPr txBox="1">
            <a:spLocks noGrp="1"/>
          </p:cNvSpPr>
          <p:nvPr>
            <p:ph type="body" sz="quarter" idx="25"/>
          </p:nvPr>
        </p:nvSpPr>
        <p:spPr>
          <a:xfrm>
            <a:off x="6535053" y="3424139"/>
            <a:ext cx="5312064" cy="358141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defTabSz="914400">
              <a:lnSpc>
                <a:spcPct val="120000"/>
              </a:lnSpc>
              <a:spcBef>
                <a:spcPts val="0"/>
              </a:spcBef>
              <a:buSzTx/>
              <a:buNone/>
              <a:defRPr sz="1800">
                <a:solidFill>
                  <a:srgbClr val="FFFFFF"/>
                </a:solidFill>
              </a:defRPr>
            </a:lvl1pPr>
          </a:lstStyle>
          <a:p>
            <a:pPr>
              <a:defRPr b="1"/>
            </a:pPr>
            <a:r>
              <a:rPr b="0"/>
              <a:t>Text</a:t>
            </a:r>
          </a:p>
        </p:txBody>
      </p:sp>
      <p:sp>
        <p:nvSpPr>
          <p:cNvPr id="74" name="Bullet"/>
          <p:cNvSpPr txBox="1">
            <a:spLocks noGrp="1"/>
          </p:cNvSpPr>
          <p:nvPr>
            <p:ph type="body" sz="quarter" idx="26"/>
          </p:nvPr>
        </p:nvSpPr>
        <p:spPr>
          <a:xfrm>
            <a:off x="6535053" y="4117660"/>
            <a:ext cx="5312064" cy="358141"/>
          </a:xfrm>
          <a:prstGeom prst="rect">
            <a:avLst/>
          </a:prstGeom>
        </p:spPr>
        <p:txBody>
          <a:bodyPr lIns="45719" tIns="45719" rIns="45719" bIns="45719">
            <a:spAutoFit/>
          </a:bodyPr>
          <a:lstStyle>
            <a:lvl1pPr marL="381000" indent="-381000" defTabSz="914400">
              <a:spcBef>
                <a:spcPts val="12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 b="1"/>
            </a:pPr>
            <a:r>
              <a:rPr b="0"/>
              <a:t>Bullet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8B8E2616-3293-46B6-AE36-D8FD84CDC803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340174" y="2778722"/>
            <a:ext cx="5312064" cy="447041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algn="ctr" defTabSz="914400">
              <a:lnSpc>
                <a:spcPct val="150000"/>
              </a:lnSpc>
              <a:spcBef>
                <a:spcPts val="0"/>
              </a:spcBef>
              <a:buSzTx/>
              <a:buNone/>
              <a:defRPr sz="2400" b="1">
                <a:solidFill>
                  <a:schemeClr val="accent2">
                    <a:lumOff val="-7843"/>
                  </a:schemeClr>
                </a:solidFill>
              </a:defRPr>
            </a:lvl1pPr>
          </a:lstStyle>
          <a:p>
            <a:r>
              <a:t>Title</a:t>
            </a:r>
          </a:p>
        </p:txBody>
      </p:sp>
      <p:sp>
        <p:nvSpPr>
          <p:cNvPr id="14" name="Ellipse 27">
            <a:extLst>
              <a:ext uri="{FF2B5EF4-FFF2-40B4-BE49-F238E27FC236}">
                <a16:creationId xmlns:a16="http://schemas.microsoft.com/office/drawing/2014/main" id="{812298CD-F7AC-4A8D-AF70-3909623121FC}"/>
              </a:ext>
            </a:extLst>
          </p:cNvPr>
          <p:cNvSpPr/>
          <p:nvPr userDrawn="1"/>
        </p:nvSpPr>
        <p:spPr>
          <a:xfrm>
            <a:off x="2255410" y="623714"/>
            <a:ext cx="1481591" cy="1501333"/>
          </a:xfrm>
          <a:prstGeom prst="ellips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 algn="ctr"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6BAD2AB-8A07-4B58-933F-F050B0D8332F}"/>
              </a:ext>
            </a:extLst>
          </p:cNvPr>
          <p:cNvSpPr txBox="1">
            <a:spLocks noGrp="1"/>
          </p:cNvSpPr>
          <p:nvPr>
            <p:ph type="body" sz="quarter" idx="22"/>
          </p:nvPr>
        </p:nvSpPr>
        <p:spPr>
          <a:xfrm>
            <a:off x="340174" y="3424139"/>
            <a:ext cx="5312064" cy="358141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defTabSz="914400">
              <a:lnSpc>
                <a:spcPct val="120000"/>
              </a:lnSpc>
              <a:spcBef>
                <a:spcPts val="0"/>
              </a:spcBef>
              <a:buSzTx/>
              <a:buNone/>
              <a:defRPr sz="1800">
                <a:solidFill>
                  <a:schemeClr val="accent2">
                    <a:lumOff val="-7843"/>
                  </a:schemeClr>
                </a:solidFill>
              </a:defRPr>
            </a:lvl1pPr>
          </a:lstStyle>
          <a:p>
            <a:pPr>
              <a:defRPr b="1"/>
            </a:pPr>
            <a:r>
              <a:rPr b="0"/>
              <a:t>Text</a:t>
            </a:r>
          </a:p>
        </p:txBody>
      </p:sp>
      <p:sp>
        <p:nvSpPr>
          <p:cNvPr id="16" name="Bullet">
            <a:extLst>
              <a:ext uri="{FF2B5EF4-FFF2-40B4-BE49-F238E27FC236}">
                <a16:creationId xmlns:a16="http://schemas.microsoft.com/office/drawing/2014/main" id="{FBEFE8D2-D9FC-49AA-A2B0-506C65F03116}"/>
              </a:ext>
            </a:extLst>
          </p:cNvPr>
          <p:cNvSpPr txBox="1">
            <a:spLocks noGrp="1"/>
          </p:cNvSpPr>
          <p:nvPr>
            <p:ph type="body" sz="quarter" idx="23"/>
          </p:nvPr>
        </p:nvSpPr>
        <p:spPr>
          <a:xfrm>
            <a:off x="340174" y="4117660"/>
            <a:ext cx="5312064" cy="358141"/>
          </a:xfrm>
          <a:prstGeom prst="rect">
            <a:avLst/>
          </a:prstGeom>
        </p:spPr>
        <p:txBody>
          <a:bodyPr lIns="45719" tIns="45719" rIns="45719" bIns="45719">
            <a:spAutoFit/>
          </a:bodyPr>
          <a:lstStyle>
            <a:lvl1pPr marL="381000" indent="-381000" defTabSz="914400">
              <a:spcBef>
                <a:spcPts val="1200"/>
              </a:spcBef>
              <a:defRPr sz="1800">
                <a:solidFill>
                  <a:schemeClr val="accent2">
                    <a:lumOff val="-7843"/>
                  </a:schemeClr>
                </a:solidFill>
              </a:defRPr>
            </a:lvl1pPr>
          </a:lstStyle>
          <a:p>
            <a:pPr>
              <a:defRPr b="1"/>
            </a:pPr>
            <a:r>
              <a:rPr b="0"/>
              <a:t>Bullet</a:t>
            </a:r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BB8A51B6-5F14-4052-A678-CC84C4EA87D8}"/>
              </a:ext>
            </a:extLst>
          </p:cNvPr>
          <p:cNvSpPr txBox="1">
            <a:spLocks/>
          </p:cNvSpPr>
          <p:nvPr userDrawn="1"/>
        </p:nvSpPr>
        <p:spPr>
          <a:xfrm>
            <a:off x="206966" y="6497211"/>
            <a:ext cx="225822" cy="2413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763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436DB1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1pPr>
            <a:lvl2pPr marL="0" marR="0" indent="437265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2pPr>
            <a:lvl3pPr marL="0" marR="0" indent="874531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3pPr>
            <a:lvl4pPr marL="0" marR="0" indent="1311798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4pPr>
            <a:lvl5pPr marL="0" marR="0" indent="1749063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5pPr>
            <a:lvl6pPr marL="0" marR="0" indent="2186329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6pPr>
            <a:lvl7pPr marL="0" marR="0" indent="2623596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7pPr>
            <a:lvl8pPr marL="0" marR="0" indent="3060862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8pPr>
            <a:lvl9pPr marL="0" marR="0" indent="3498129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9pPr>
          </a:lstStyle>
          <a:p>
            <a:fld id="{86CB4B4D-7CA3-9044-876B-883B54F8677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7" name="Bild" descr="Bild">
            <a:extLst>
              <a:ext uri="{FF2B5EF4-FFF2-40B4-BE49-F238E27FC236}">
                <a16:creationId xmlns:a16="http://schemas.microsoft.com/office/drawing/2014/main" id="{2ECB0475-1347-4900-A576-75E62F7DE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8217" y="195178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1458238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plit 50red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eck 3"/>
          <p:cNvSpPr/>
          <p:nvPr/>
        </p:nvSpPr>
        <p:spPr>
          <a:xfrm>
            <a:off x="6096001" y="-8545"/>
            <a:ext cx="6096000" cy="6858001"/>
          </a:xfrm>
          <a:prstGeom prst="rect">
            <a:avLst/>
          </a:prstGeom>
          <a:solidFill>
            <a:srgbClr val="458CC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" name="Ellipse 4"/>
          <p:cNvSpPr/>
          <p:nvPr/>
        </p:nvSpPr>
        <p:spPr>
          <a:xfrm>
            <a:off x="8450290" y="623714"/>
            <a:ext cx="1481591" cy="1501333"/>
          </a:xfrm>
          <a:prstGeom prst="ellipse">
            <a:avLst/>
          </a:prstGeom>
          <a:ln w="28575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2" name="Title"/>
          <p:cNvSpPr txBox="1">
            <a:spLocks noGrp="1"/>
          </p:cNvSpPr>
          <p:nvPr>
            <p:ph type="body" sz="quarter" idx="24"/>
          </p:nvPr>
        </p:nvSpPr>
        <p:spPr>
          <a:xfrm>
            <a:off x="6535053" y="2710305"/>
            <a:ext cx="5312064" cy="583876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algn="ctr" defTabSz="914400">
              <a:lnSpc>
                <a:spcPct val="150000"/>
              </a:lnSpc>
              <a:spcBef>
                <a:spcPts val="0"/>
              </a:spcBef>
              <a:buSzTx/>
              <a:buNone/>
              <a:defRPr sz="2400" b="1">
                <a:solidFill>
                  <a:srgbClr val="FFFFFF"/>
                </a:solidFill>
                <a:latin typeface="Montserrat" pitchFamily="2" charset="0"/>
              </a:defRPr>
            </a:lvl1pPr>
          </a:lstStyle>
          <a:p>
            <a:r>
              <a:rPr dirty="0"/>
              <a:t>Title</a:t>
            </a:r>
          </a:p>
        </p:txBody>
      </p:sp>
      <p:sp>
        <p:nvSpPr>
          <p:cNvPr id="73" name="Text"/>
          <p:cNvSpPr txBox="1">
            <a:spLocks noGrp="1"/>
          </p:cNvSpPr>
          <p:nvPr>
            <p:ph type="body" sz="quarter" idx="25"/>
          </p:nvPr>
        </p:nvSpPr>
        <p:spPr>
          <a:xfrm>
            <a:off x="6535053" y="3403861"/>
            <a:ext cx="5312064" cy="398697"/>
          </a:xfrm>
          <a:prstGeom prst="rect">
            <a:avLst/>
          </a:prstGeom>
        </p:spPr>
        <p:txBody>
          <a:bodyPr lIns="45719" tIns="45719" rIns="45719" bIns="45719" anchor="ctr">
            <a:spAutoFit/>
          </a:bodyPr>
          <a:lstStyle>
            <a:lvl1pPr marL="0" indent="0" defTabSz="914400">
              <a:lnSpc>
                <a:spcPct val="120000"/>
              </a:lnSpc>
              <a:spcBef>
                <a:spcPts val="0"/>
              </a:spcBef>
              <a:buSzTx/>
              <a:buNone/>
              <a:defRPr sz="1800">
                <a:solidFill>
                  <a:srgbClr val="FFFFFF"/>
                </a:solidFill>
                <a:latin typeface="Montserrat" pitchFamily="2" charset="0"/>
              </a:defRPr>
            </a:lvl1pPr>
          </a:lstStyle>
          <a:p>
            <a:pPr>
              <a:defRPr b="1"/>
            </a:pPr>
            <a:r>
              <a:rPr b="0" dirty="0"/>
              <a:t>Text</a:t>
            </a:r>
          </a:p>
        </p:txBody>
      </p:sp>
      <p:sp>
        <p:nvSpPr>
          <p:cNvPr id="74" name="Bullet"/>
          <p:cNvSpPr txBox="1">
            <a:spLocks noGrp="1"/>
          </p:cNvSpPr>
          <p:nvPr>
            <p:ph type="body" sz="quarter" idx="26"/>
          </p:nvPr>
        </p:nvSpPr>
        <p:spPr>
          <a:xfrm>
            <a:off x="6535053" y="4117660"/>
            <a:ext cx="5312064" cy="369330"/>
          </a:xfrm>
          <a:prstGeom prst="rect">
            <a:avLst/>
          </a:prstGeom>
        </p:spPr>
        <p:txBody>
          <a:bodyPr lIns="45719" tIns="45719" rIns="45719" bIns="45719">
            <a:spAutoFit/>
          </a:bodyPr>
          <a:lstStyle>
            <a:lvl1pPr marL="381000" indent="-381000" defTabSz="914400">
              <a:spcBef>
                <a:spcPts val="1200"/>
              </a:spcBef>
              <a:defRPr sz="1800">
                <a:solidFill>
                  <a:srgbClr val="FFFFFF"/>
                </a:solidFill>
                <a:latin typeface="Montserrat" pitchFamily="2" charset="0"/>
              </a:defRPr>
            </a:lvl1pPr>
          </a:lstStyle>
          <a:p>
            <a:pPr>
              <a:defRPr b="1"/>
            </a:pPr>
            <a:r>
              <a:rPr b="0" dirty="0"/>
              <a:t>Bullet</a:t>
            </a:r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BB8A51B6-5F14-4052-A678-CC84C4EA87D8}"/>
              </a:ext>
            </a:extLst>
          </p:cNvPr>
          <p:cNvSpPr txBox="1">
            <a:spLocks/>
          </p:cNvSpPr>
          <p:nvPr userDrawn="1"/>
        </p:nvSpPr>
        <p:spPr>
          <a:xfrm>
            <a:off x="206966" y="6497211"/>
            <a:ext cx="225822" cy="2413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763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436DB1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1pPr>
            <a:lvl2pPr marL="0" marR="0" indent="437265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2pPr>
            <a:lvl3pPr marL="0" marR="0" indent="874531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3pPr>
            <a:lvl4pPr marL="0" marR="0" indent="1311798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4pPr>
            <a:lvl5pPr marL="0" marR="0" indent="1749063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5pPr>
            <a:lvl6pPr marL="0" marR="0" indent="2186329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6pPr>
            <a:lvl7pPr marL="0" marR="0" indent="2623596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7pPr>
            <a:lvl8pPr marL="0" marR="0" indent="3060862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8pPr>
            <a:lvl9pPr marL="0" marR="0" indent="3498129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defRPr>
            </a:lvl9pPr>
          </a:lstStyle>
          <a:p>
            <a:fld id="{86CB4B4D-7CA3-9044-876B-883B54F8677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7" name="Bild" descr="Bild">
            <a:extLst>
              <a:ext uri="{FF2B5EF4-FFF2-40B4-BE49-F238E27FC236}">
                <a16:creationId xmlns:a16="http://schemas.microsoft.com/office/drawing/2014/main" id="{869395BA-CC48-4B84-84C2-0FFAD8490C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8217" y="195178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2745927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plit 50red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eck 3"/>
          <p:cNvSpPr/>
          <p:nvPr/>
        </p:nvSpPr>
        <p:spPr>
          <a:xfrm>
            <a:off x="6097453" y="0"/>
            <a:ext cx="6112107" cy="6858001"/>
          </a:xfrm>
          <a:prstGeom prst="rect">
            <a:avLst/>
          </a:prstGeom>
          <a:solidFill>
            <a:srgbClr val="458CC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1558" y="6454126"/>
            <a:ext cx="225823" cy="241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2" name="Bild" descr="Bild">
            <a:extLst>
              <a:ext uri="{FF2B5EF4-FFF2-40B4-BE49-F238E27FC236}">
                <a16:creationId xmlns:a16="http://schemas.microsoft.com/office/drawing/2014/main" id="{74EEF8B5-B7CA-0B80-FDAF-E5D1B63E20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8217" y="195178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667326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36983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20" name="Titeltext"/>
          <p:cNvSpPr txBox="1">
            <a:spLocks noGrp="1"/>
          </p:cNvSpPr>
          <p:nvPr>
            <p:ph type="title"/>
          </p:nvPr>
        </p:nvSpPr>
        <p:spPr>
          <a:xfrm>
            <a:off x="206966" y="138339"/>
            <a:ext cx="9900150" cy="97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458CCB"/>
                </a:solidFill>
                <a:latin typeface="Montserrat" pitchFamily="2" charset="0"/>
              </a:defRPr>
            </a:lvl1pPr>
          </a:lstStyle>
          <a:p>
            <a:r>
              <a:rPr dirty="0" err="1"/>
              <a:t>Titeltext</a:t>
            </a:r>
            <a:endParaRPr dirty="0"/>
          </a:p>
        </p:txBody>
      </p:sp>
      <p:pic>
        <p:nvPicPr>
          <p:cNvPr id="7" name="Bild" descr="Bild">
            <a:extLst>
              <a:ext uri="{FF2B5EF4-FFF2-40B4-BE49-F238E27FC236}">
                <a16:creationId xmlns:a16="http://schemas.microsoft.com/office/drawing/2014/main" id="{2A7C0BCC-EC73-4F95-AE34-296290E1B8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2269" y="199084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3382129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eltext"/>
          <p:cNvSpPr txBox="1">
            <a:spLocks noGrp="1"/>
          </p:cNvSpPr>
          <p:nvPr>
            <p:ph type="title"/>
          </p:nvPr>
        </p:nvSpPr>
        <p:spPr>
          <a:xfrm>
            <a:off x="206966" y="138339"/>
            <a:ext cx="9900150" cy="97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458CCB"/>
                </a:solidFill>
                <a:latin typeface="Montserrat" pitchFamily="2" charset="0"/>
              </a:defRPr>
            </a:lvl1pPr>
          </a:lstStyle>
          <a:p>
            <a:r>
              <a:rPr dirty="0" err="1"/>
              <a:t>Titeltext</a:t>
            </a:r>
            <a:endParaRPr dirty="0"/>
          </a:p>
        </p:txBody>
      </p:sp>
      <p:pic>
        <p:nvPicPr>
          <p:cNvPr id="7" name="Bild" descr="Bild">
            <a:extLst>
              <a:ext uri="{FF2B5EF4-FFF2-40B4-BE49-F238E27FC236}">
                <a16:creationId xmlns:a16="http://schemas.microsoft.com/office/drawing/2014/main" id="{2A7C0BCC-EC73-4F95-AE34-296290E1B8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2269" y="199084"/>
            <a:ext cx="1352226" cy="49550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318970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60"/>
          <p:cNvSpPr/>
          <p:nvPr/>
        </p:nvSpPr>
        <p:spPr>
          <a:xfrm>
            <a:off x="-3842812" y="0"/>
            <a:ext cx="7594625" cy="6830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0" y="10800"/>
                </a:lnTo>
                <a:lnTo>
                  <a:pt x="0" y="10800"/>
                </a:lnTo>
                <a:close/>
                <a:moveTo>
                  <a:pt x="10800" y="0"/>
                </a:moveTo>
                <a:lnTo>
                  <a:pt x="11904" y="56"/>
                </a:lnTo>
                <a:cubicBezTo>
                  <a:pt x="17350" y="609"/>
                  <a:pt x="21600" y="5208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lnTo>
                  <a:pt x="1080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58CCB"/>
          </a:solidFill>
          <a:ln w="12700">
            <a:miter lim="400000"/>
          </a:ln>
        </p:spPr>
        <p:txBody>
          <a:bodyPr lIns="45719" rIns="45719"/>
          <a:lstStyle/>
          <a:p>
            <a:pPr algn="ctr" defTabSz="1001712">
              <a:defRPr sz="3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06966" y="6497211"/>
            <a:ext cx="225822" cy="2413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76312">
              <a:defRPr sz="16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4" name="Bild" descr="Bil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02269" y="199084"/>
            <a:ext cx="1352226" cy="49550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eltext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/>
          <a:lstStyle/>
          <a:p>
            <a:r>
              <a:rPr dirty="0" err="1"/>
              <a:t>Titeltext</a:t>
            </a:r>
            <a:endParaRPr dirty="0"/>
          </a:p>
        </p:txBody>
      </p:sp>
      <p:sp>
        <p:nvSpPr>
          <p:cNvPr id="6" name="Textebene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65" r:id="rId3"/>
    <p:sldLayoutId id="2147483668" r:id="rId4"/>
    <p:sldLayoutId id="2147483669" r:id="rId5"/>
    <p:sldLayoutId id="2147483666" r:id="rId6"/>
    <p:sldLayoutId id="2147483663" r:id="rId7"/>
    <p:sldLayoutId id="2147483659" r:id="rId8"/>
    <p:sldLayoutId id="2147483664" r:id="rId9"/>
    <p:sldLayoutId id="2147483671" r:id="rId10"/>
    <p:sldLayoutId id="2147483662" r:id="rId11"/>
    <p:sldLayoutId id="2147483670" r:id="rId12"/>
    <p:sldLayoutId id="2147483672" r:id="rId13"/>
  </p:sldLayoutIdLst>
  <p:transition spd="med"/>
  <p:txStyles>
    <p:titleStyle>
      <a:lvl1pPr marL="0" marR="0" indent="0" algn="l" defTabSz="11678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solidFill>
            <a:schemeClr val="accent5"/>
          </a:solidFill>
          <a:uFillTx/>
          <a:latin typeface="+mj-lt"/>
          <a:ea typeface="+mj-ea"/>
          <a:cs typeface="+mj-cs"/>
          <a:sym typeface="Trebuchet MS"/>
        </a:defRPr>
      </a:lvl1pPr>
      <a:lvl2pPr marL="0" marR="0" indent="0" algn="l" defTabSz="11678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solidFill>
            <a:schemeClr val="accent5"/>
          </a:solidFill>
          <a:uFillTx/>
          <a:latin typeface="+mj-lt"/>
          <a:ea typeface="+mj-ea"/>
          <a:cs typeface="+mj-cs"/>
          <a:sym typeface="Trebuchet MS"/>
        </a:defRPr>
      </a:lvl2pPr>
      <a:lvl3pPr marL="0" marR="0" indent="0" algn="l" defTabSz="11678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solidFill>
            <a:schemeClr val="accent5"/>
          </a:solidFill>
          <a:uFillTx/>
          <a:latin typeface="+mj-lt"/>
          <a:ea typeface="+mj-ea"/>
          <a:cs typeface="+mj-cs"/>
          <a:sym typeface="Trebuchet MS"/>
        </a:defRPr>
      </a:lvl3pPr>
      <a:lvl4pPr marL="0" marR="0" indent="0" algn="l" defTabSz="11678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solidFill>
            <a:schemeClr val="accent5"/>
          </a:solidFill>
          <a:uFillTx/>
          <a:latin typeface="+mj-lt"/>
          <a:ea typeface="+mj-ea"/>
          <a:cs typeface="+mj-cs"/>
          <a:sym typeface="Trebuchet MS"/>
        </a:defRPr>
      </a:lvl4pPr>
      <a:lvl5pPr marL="0" marR="0" indent="0" algn="l" defTabSz="11678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solidFill>
            <a:schemeClr val="accent5"/>
          </a:solidFill>
          <a:uFillTx/>
          <a:latin typeface="+mj-lt"/>
          <a:ea typeface="+mj-ea"/>
          <a:cs typeface="+mj-cs"/>
          <a:sym typeface="Trebuchet MS"/>
        </a:defRPr>
      </a:lvl5pPr>
      <a:lvl6pPr marL="0" marR="0" indent="533024" algn="l" defTabSz="11678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solidFill>
            <a:schemeClr val="accent5"/>
          </a:solidFill>
          <a:uFillTx/>
          <a:latin typeface="+mj-lt"/>
          <a:ea typeface="+mj-ea"/>
          <a:cs typeface="+mj-cs"/>
          <a:sym typeface="Trebuchet MS"/>
        </a:defRPr>
      </a:lvl6pPr>
      <a:lvl7pPr marL="0" marR="0" indent="1066045" algn="l" defTabSz="11678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solidFill>
            <a:schemeClr val="accent5"/>
          </a:solidFill>
          <a:uFillTx/>
          <a:latin typeface="+mj-lt"/>
          <a:ea typeface="+mj-ea"/>
          <a:cs typeface="+mj-cs"/>
          <a:sym typeface="Trebuchet MS"/>
        </a:defRPr>
      </a:lvl7pPr>
      <a:lvl8pPr marL="0" marR="0" indent="1599070" algn="l" defTabSz="11678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solidFill>
            <a:schemeClr val="accent5"/>
          </a:solidFill>
          <a:uFillTx/>
          <a:latin typeface="+mj-lt"/>
          <a:ea typeface="+mj-ea"/>
          <a:cs typeface="+mj-cs"/>
          <a:sym typeface="Trebuchet MS"/>
        </a:defRPr>
      </a:lvl8pPr>
      <a:lvl9pPr marL="0" marR="0" indent="2132094" algn="l" defTabSz="11678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solidFill>
            <a:schemeClr val="accent5"/>
          </a:solidFill>
          <a:uFillTx/>
          <a:latin typeface="+mj-lt"/>
          <a:ea typeface="+mj-ea"/>
          <a:cs typeface="+mj-cs"/>
          <a:sym typeface="Trebuchet MS"/>
        </a:defRPr>
      </a:lvl9pPr>
    </p:titleStyle>
    <p:bodyStyle>
      <a:lvl1pPr marL="318332" marR="0" indent="-318332" algn="l" defTabSz="1167839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2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Trebuchet MS"/>
        </a:defRPr>
      </a:lvl1pPr>
      <a:lvl2pPr marL="661885" marR="0" indent="-343551" algn="l" defTabSz="1167839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▪"/>
        <a:tabLst/>
        <a:defRPr sz="2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Trebuchet MS"/>
        </a:defRPr>
      </a:lvl2pPr>
      <a:lvl3pPr marL="1014394" marR="0" indent="-390681" algn="l" defTabSz="1167839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80000"/>
        <a:buFontTx/>
        <a:buChar char="o"/>
        <a:tabLst/>
        <a:defRPr sz="2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Trebuchet MS"/>
        </a:defRPr>
      </a:lvl3pPr>
      <a:lvl4pPr marL="1330454" marR="0" indent="-388412" algn="l" defTabSz="1167839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60000"/>
        <a:buFontTx/>
        <a:buChar char="❑"/>
        <a:tabLst/>
        <a:defRPr sz="2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Trebuchet MS"/>
        </a:defRPr>
      </a:lvl4pPr>
      <a:lvl5pPr marL="1635580" marR="0" indent="-377053" algn="l" defTabSz="1167839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2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Trebuchet MS"/>
        </a:defRPr>
      </a:lvl5pPr>
      <a:lvl6pPr marL="3131881" marR="0" indent="-263179" algn="l" defTabSz="1167839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2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Trebuchet MS"/>
        </a:defRPr>
      </a:lvl6pPr>
      <a:lvl7pPr marL="3664905" marR="0" indent="-263179" algn="l" defTabSz="1167839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2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Trebuchet MS"/>
        </a:defRPr>
      </a:lvl7pPr>
      <a:lvl8pPr marL="4197929" marR="0" indent="-263180" algn="l" defTabSz="1167839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2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Trebuchet MS"/>
        </a:defRPr>
      </a:lvl8pPr>
      <a:lvl9pPr marL="4730953" marR="0" indent="-263180" algn="l" defTabSz="1167839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27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Trebuchet MS"/>
        </a:defRPr>
      </a:lvl9pPr>
    </p:bodyStyle>
    <p:otherStyle>
      <a:lvl1pPr marL="0" marR="0" indent="0" algn="l" defTabSz="97631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457200" algn="l" defTabSz="97631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914400" algn="l" defTabSz="97631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1371600" algn="l" defTabSz="97631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1828800" algn="l" defTabSz="97631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2286000" algn="l" defTabSz="97631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2743200" algn="l" defTabSz="97631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3200400" algn="l" defTabSz="97631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3657600" algn="l" defTabSz="976312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7E89-FD81-DD9D-8048-A7BB2DB0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8EBBB9-4C53-CE47-67A0-9FDFA689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Neue Projekte in VISBO anlegen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9E97BF8-DC0A-09E5-E89B-339EB19C3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758934"/>
              </p:ext>
            </p:extLst>
          </p:nvPr>
        </p:nvGraphicFramePr>
        <p:xfrm>
          <a:off x="422032" y="1718472"/>
          <a:ext cx="10692000" cy="427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800963519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442241865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72463414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24460887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794820807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414575071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849200144"/>
                    </a:ext>
                  </a:extLst>
                </a:gridCol>
              </a:tblGrid>
              <a:tr h="85709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Anwendungs-Fall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Notwendiger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Termine von Phasen und Meilensteinen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Ergebnisse / </a:t>
                      </a:r>
                      <a:r>
                        <a:rPr lang="de-DE" sz="1400" dirty="0" err="1">
                          <a:latin typeface="+mj-lt"/>
                        </a:rPr>
                        <a:t>Deliverables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Ressourcen</a:t>
                      </a:r>
                      <a:br>
                        <a:rPr lang="de-DE" sz="1400" dirty="0">
                          <a:latin typeface="+mj-lt"/>
                        </a:rPr>
                      </a:br>
                      <a:r>
                        <a:rPr lang="de-DE" sz="1400" dirty="0">
                          <a:latin typeface="+mj-lt"/>
                        </a:rPr>
                        <a:t>[PT]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Sonstige Kosten [T€]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Umsatz / Benefit [T€]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930779"/>
                  </a:ext>
                </a:extLst>
              </a:tr>
              <a:tr h="548830"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Ein neues Projekt </a:t>
                      </a:r>
                      <a:b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</a:b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manuell anlegen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Offline Excel Steckbrief</a:t>
                      </a: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 ausfüllen und per RPA in VISBO hochladen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Manuell in Excel Steckbrief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Manuell in Excel Steckbrief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Manuell in VISBO </a:t>
                      </a:r>
                      <a:r>
                        <a:rPr kumimoji="0" lang="de-DE" sz="1000" b="1" i="0" u="none" strike="noStrike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Manuell in VISBO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Manuell in VISBO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523450"/>
                  </a:ext>
                </a:extLst>
              </a:tr>
              <a:tr h="577740"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Typisches, standardisiert ablaufendes Projekt anlegen</a:t>
                      </a:r>
                    </a:p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Helvetica"/>
                        <a:sym typeface="Trebuchet M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in VISBO: </a:t>
                      </a:r>
                      <a:r>
                        <a:rPr kumimoji="0" lang="de-DE" sz="1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Projekt Template</a:t>
                      </a: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 auswählen, Start und Ende angeben, optional Auftragsvolumen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Manuell in VISBO </a:t>
                      </a:r>
                      <a:r>
                        <a:rPr kumimoji="0" lang="de-DE" sz="1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Manuell in VISBO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  <a:endParaRPr kumimoji="0" lang="de-DE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Helvetica"/>
                        <a:sym typeface="Trebuchet M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985369"/>
                  </a:ext>
                </a:extLst>
              </a:tr>
              <a:tr h="735300"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Typisches, standardisiert ablaufendes Projekt </a:t>
                      </a:r>
                      <a:r>
                        <a:rPr kumimoji="0" lang="de-DE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inkusive</a:t>
                      </a: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 Ressourcenbedarfe anlegen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In VISBO: </a:t>
                      </a:r>
                      <a:r>
                        <a:rPr kumimoji="0" lang="de-DE" sz="1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Projekt</a:t>
                      </a: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 auswählen, Start, Ende und Budget für das neue Projekt angeben, optional Auftragsvolumen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592274"/>
                  </a:ext>
                </a:extLst>
              </a:tr>
              <a:tr h="577740"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Mehrere typische, standardisiert ablaufende Projekte anlegen</a:t>
                      </a:r>
                    </a:p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Helvetica"/>
                        <a:sym typeface="Trebuchet M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Excel Projektliste </a:t>
                      </a: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ausfüllen und per RPA in VISBO hochladen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Ggf</a:t>
                      </a: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 automatisch gesetzt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Ggf. automatisch gesetzt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  <a:endParaRPr kumimoji="0" lang="de-DE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  <a:sym typeface="Trebuchet M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230271"/>
                  </a:ext>
                </a:extLst>
              </a:tr>
              <a:tr h="735300"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Ein neues Projekt, das man so noch nie gemacht hat, von KI anlegen lassen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Prompt für Claude.AI , Angabe Organisations-Aufbau; </a:t>
                      </a:r>
                      <a:b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</a:b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der </a:t>
                      </a:r>
                      <a:r>
                        <a:rPr kumimoji="0" lang="de-DE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json</a:t>
                      </a: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 Output wird als </a:t>
                      </a:r>
                      <a:r>
                        <a:rPr kumimoji="0" lang="de-DE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json</a:t>
                      </a: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Helvetica"/>
                          <a:sym typeface="Trebuchet MS"/>
                        </a:rPr>
                        <a:t>-File in VISBO hochgeladen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Ggf</a:t>
                      </a: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 automatisch gesetzt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Ggf. automatisch gesetzt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Trebuchet MS"/>
                        </a:rPr>
                        <a:t>Automatisch</a:t>
                      </a:r>
                      <a:endParaRPr kumimoji="0" lang="de-DE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  <a:sym typeface="Trebuchet M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567001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436A26FC-25B3-2717-E7DD-F91A47C1877E}"/>
              </a:ext>
            </a:extLst>
          </p:cNvPr>
          <p:cNvSpPr txBox="1"/>
          <p:nvPr/>
        </p:nvSpPr>
        <p:spPr>
          <a:xfrm>
            <a:off x="1209821" y="6350331"/>
            <a:ext cx="9805182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de-DE" sz="1000" b="1" dirty="0">
                <a:solidFill>
                  <a:srgbClr val="00B050"/>
                </a:solidFill>
                <a:ea typeface="+mn-ea"/>
                <a:cs typeface="+mn-cs"/>
              </a:rPr>
              <a:t>*</a:t>
            </a:r>
            <a:r>
              <a:rPr lang="de-DE" sz="1000" dirty="0">
                <a:ea typeface="+mn-ea"/>
                <a:cs typeface="+mn-cs"/>
              </a:rPr>
              <a:t> Optional kann der Plan-in-Kontext Modus eingeschaltet werden;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4DE98CD-A9A4-01FE-9E20-7AFE1D49D466}"/>
              </a:ext>
            </a:extLst>
          </p:cNvPr>
          <p:cNvSpPr txBox="1"/>
          <p:nvPr/>
        </p:nvSpPr>
        <p:spPr>
          <a:xfrm>
            <a:off x="1305951" y="6533244"/>
            <a:ext cx="10461674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de-DE" sz="1000" dirty="0">
                <a:ea typeface="+mn-ea"/>
                <a:cs typeface="+mn-cs"/>
              </a:rPr>
              <a:t>das bedeutet VISBO weist </a:t>
            </a:r>
            <a:r>
              <a:rPr lang="de-DE" sz="1000" dirty="0"/>
              <a:t>unter Berücksichtigung aller bereits beauftragten Projekte einer Person / Rolle </a:t>
            </a:r>
            <a:r>
              <a:rPr lang="de-DE" sz="1000" dirty="0">
                <a:ea typeface="+mn-ea"/>
                <a:cs typeface="+mn-cs"/>
              </a:rPr>
              <a:t>nur so viel Personentage zu, dass keine Überlastungen auftreten</a:t>
            </a:r>
          </a:p>
        </p:txBody>
      </p:sp>
    </p:spTree>
    <p:extLst>
      <p:ext uri="{BB962C8B-B14F-4D97-AF65-F5344CB8AC3E}">
        <p14:creationId xmlns:p14="http://schemas.microsoft.com/office/powerpoint/2010/main" val="30381616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DB65-161B-B993-3718-BD55D51C3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92D50-017E-B6A5-5C30-82A50DF4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Strategie, um Ressourcen Engpässe aufzulösen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FBC6A6F5-447F-9EDD-F26C-4399739C7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526971"/>
              </p:ext>
            </p:extLst>
          </p:nvPr>
        </p:nvGraphicFramePr>
        <p:xfrm>
          <a:off x="611162" y="2025752"/>
          <a:ext cx="10440000" cy="4462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3995126635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442241865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724634146"/>
                    </a:ext>
                  </a:extLst>
                </a:gridCol>
              </a:tblGrid>
              <a:tr h="574496">
                <a:tc>
                  <a:txBody>
                    <a:bodyPr/>
                    <a:lstStyle/>
                    <a:p>
                      <a:r>
                        <a:rPr lang="de-DE" dirty="0">
                          <a:latin typeface="+mj-lt"/>
                        </a:rPr>
                        <a:t>Strategien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+mj-lt"/>
                        </a:rPr>
                        <a:t>Projektleiter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+mj-lt"/>
                        </a:rPr>
                        <a:t>Portfolio 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930779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1 - Projekte stoppen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455806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2 - Projekte pausieren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523450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3 - Projekte staffeln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608932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4 - Projekte kreativ umplanen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985369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5F6623BD-BF67-1DA1-9AE8-3BBED54FAEFA}"/>
              </a:ext>
            </a:extLst>
          </p:cNvPr>
          <p:cNvSpPr txBox="1"/>
          <p:nvPr/>
        </p:nvSpPr>
        <p:spPr>
          <a:xfrm>
            <a:off x="534573" y="1367660"/>
            <a:ext cx="9569284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Ausgangs-Situation: Im Portfolio „</a:t>
            </a:r>
            <a:r>
              <a:rPr kumimoji="0" lang="de-DE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active</a:t>
            </a:r>
            <a:r>
              <a:rPr kumimoji="0" lang="de-DE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 Projects“ treten Ressourcen Engpässe auf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D685F7D-9FC6-44E9-1EB1-8DD5E9F3D098}"/>
              </a:ext>
            </a:extLst>
          </p:cNvPr>
          <p:cNvSpPr txBox="1"/>
          <p:nvPr/>
        </p:nvSpPr>
        <p:spPr>
          <a:xfrm>
            <a:off x="7115895" y="2627659"/>
            <a:ext cx="3189333" cy="938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Laufendes Projekt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/>
              <a:t>Kommentar eintragen, warum gestoppt wurde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auf Status „</a:t>
            </a:r>
            <a:r>
              <a:rPr kumimoji="0" lang="de-DE" sz="11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canceled</a:t>
            </a: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“ setzen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1100" dirty="0"/>
              <a:t>Aus Portfolio „</a:t>
            </a:r>
            <a:r>
              <a:rPr lang="de-DE" sz="1100" dirty="0" err="1"/>
              <a:t>active</a:t>
            </a:r>
            <a:r>
              <a:rPr lang="de-DE" sz="1100" dirty="0"/>
              <a:t> Projects“ nehmen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Trebuchet MS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4EF7FD1-BCBA-D7C2-AE08-D85963C955FF}"/>
              </a:ext>
            </a:extLst>
          </p:cNvPr>
          <p:cNvSpPr txBox="1"/>
          <p:nvPr/>
        </p:nvSpPr>
        <p:spPr>
          <a:xfrm>
            <a:off x="7115895" y="3612766"/>
            <a:ext cx="2762934" cy="938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Laufendes Projekt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/>
              <a:t>Kommentar eintragen, wann pausiert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auf Status „</a:t>
            </a:r>
            <a:r>
              <a:rPr kumimoji="0" lang="de-DE" sz="11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paused</a:t>
            </a: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“ setzen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1100" dirty="0"/>
              <a:t>Aus Portfolio „</a:t>
            </a:r>
            <a:r>
              <a:rPr lang="de-DE" sz="1100" dirty="0" err="1"/>
              <a:t>active</a:t>
            </a:r>
            <a:r>
              <a:rPr lang="de-DE" sz="1100" dirty="0"/>
              <a:t> Projects“ nehmen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Trebuchet M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CA474F-6178-C8C6-EC9D-0C3FF6EF2084}"/>
              </a:ext>
            </a:extLst>
          </p:cNvPr>
          <p:cNvSpPr txBox="1"/>
          <p:nvPr/>
        </p:nvSpPr>
        <p:spPr>
          <a:xfrm>
            <a:off x="3183990" y="5549532"/>
            <a:ext cx="3883433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Ein oder mehrere Planungs-Varianten anlegen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Projekt verkürzen oder verlängern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1100" dirty="0"/>
              <a:t>Engpass Ressource(n mit internen/externen unterstützen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1100" dirty="0"/>
              <a:t>Engpass Ressource(n früher oder später einplanen</a:t>
            </a:r>
            <a:endParaRPr kumimoji="0" lang="de-DE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Trebuchet M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9D1DBF5-3F4B-FA3A-CC93-0B6B1DB33D24}"/>
              </a:ext>
            </a:extLst>
          </p:cNvPr>
          <p:cNvSpPr txBox="1"/>
          <p:nvPr/>
        </p:nvSpPr>
        <p:spPr>
          <a:xfrm>
            <a:off x="7115895" y="4589399"/>
            <a:ext cx="3700691" cy="6001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VISBO Prompt schreiben, an RPA/VISBO KI übergeben 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Projekt-Rangfolge aller neuen Projekte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1100" dirty="0"/>
              <a:t>Angabe spätestmögliches Ende für jedes neue Projekt</a:t>
            </a:r>
            <a:endParaRPr kumimoji="0" lang="de-DE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Trebuchet M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44EA5A2-91F9-29D9-D0D9-A51A946B8FCB}"/>
              </a:ext>
            </a:extLst>
          </p:cNvPr>
          <p:cNvSpPr txBox="1"/>
          <p:nvPr/>
        </p:nvSpPr>
        <p:spPr>
          <a:xfrm>
            <a:off x="7146351" y="5549532"/>
            <a:ext cx="3639777" cy="938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de-DE" sz="1100" dirty="0"/>
              <a:t>VISBO Prompt schreiben, an RPA/VISBO KI übergeben 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Alle Projekt-Varianten angeben, </a:t>
            </a:r>
            <a:b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</a:br>
            <a:r>
              <a:rPr kumimoji="0" lang="de-DE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Trebuchet MS"/>
              </a:rPr>
              <a:t>die betrachtet werden sollen</a:t>
            </a:r>
          </a:p>
          <a:p>
            <a:pPr marL="171450" marR="0" indent="-1714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1100" dirty="0"/>
              <a:t>VISBO erstellt eine Portfolio Variante mit der besten </a:t>
            </a:r>
            <a:br>
              <a:rPr lang="de-DE" sz="1100" dirty="0"/>
            </a:br>
            <a:r>
              <a:rPr lang="de-DE" sz="1100" dirty="0"/>
              <a:t>Kombination aus allen angegebenen Varianten </a:t>
            </a:r>
            <a:endParaRPr kumimoji="0" lang="de-DE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95185168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6AE1F-030F-90F1-7E2D-ED65615B9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2FC742-451C-88E2-64E4-55259DD6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Empfehlung: wer macht was ? 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983C6CB2-8AF3-6ED4-055A-0682D9530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001829"/>
              </p:ext>
            </p:extLst>
          </p:nvPr>
        </p:nvGraphicFramePr>
        <p:xfrm>
          <a:off x="653363" y="1368014"/>
          <a:ext cx="10296000" cy="49107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6000">
                  <a:extLst>
                    <a:ext uri="{9D8B030D-6E8A-4147-A177-3AD203B41FA5}">
                      <a16:colId xmlns:a16="http://schemas.microsoft.com/office/drawing/2014/main" val="3995126635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809727605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3442241865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724634146"/>
                    </a:ext>
                  </a:extLst>
                </a:gridCol>
              </a:tblGrid>
              <a:tr h="449443">
                <a:tc>
                  <a:txBody>
                    <a:bodyPr/>
                    <a:lstStyle/>
                    <a:p>
                      <a:r>
                        <a:rPr lang="de-DE" dirty="0">
                          <a:latin typeface="+mj-lt"/>
                        </a:rPr>
                        <a:t>Tätigkeit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+mj-lt"/>
                        </a:rPr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+mj-lt"/>
                        </a:rPr>
                        <a:t>Portfolio Management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+mj-lt"/>
                        </a:rPr>
                        <a:t>Projektleiter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930779"/>
                  </a:ext>
                </a:extLst>
              </a:tr>
              <a:tr h="478784">
                <a:tc>
                  <a:txBody>
                    <a:bodyPr/>
                    <a:lstStyle/>
                    <a:p>
                      <a:r>
                        <a:rPr lang="de-DE" sz="1100" dirty="0">
                          <a:latin typeface="+mj-lt"/>
                        </a:rPr>
                        <a:t>Organisation und Kapazität aktualisieren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455806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r>
                        <a:rPr lang="de-DE" sz="1100" dirty="0">
                          <a:latin typeface="+mj-lt"/>
                        </a:rPr>
                        <a:t>Neue Projekte anlegen, Projektleiter festlegen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523450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r>
                        <a:rPr lang="de-DE" sz="1100" dirty="0">
                          <a:latin typeface="+mj-lt"/>
                        </a:rPr>
                        <a:t>Erste Abschätzung für neues Projekt abgeben, Status auf „</a:t>
                      </a:r>
                      <a:r>
                        <a:rPr lang="de-DE" sz="1100" dirty="0" err="1">
                          <a:latin typeface="+mj-lt"/>
                        </a:rPr>
                        <a:t>Proposed</a:t>
                      </a:r>
                      <a:r>
                        <a:rPr lang="de-DE" sz="1100" dirty="0">
                          <a:latin typeface="+mj-lt"/>
                        </a:rPr>
                        <a:t>“ setzen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970455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r>
                        <a:rPr lang="de-DE" sz="1100" dirty="0">
                          <a:latin typeface="+mj-lt"/>
                        </a:rPr>
                        <a:t>Portfolio Engpass Analyse mit „</a:t>
                      </a:r>
                      <a:r>
                        <a:rPr lang="de-DE" sz="1100" dirty="0" err="1">
                          <a:latin typeface="+mj-lt"/>
                        </a:rPr>
                        <a:t>Proposed</a:t>
                      </a:r>
                      <a:r>
                        <a:rPr lang="de-DE" sz="1100" dirty="0">
                          <a:latin typeface="+mj-lt"/>
                        </a:rPr>
                        <a:t>“ Projekt, wenn ok: beauftragen, Baseline setzen, „</a:t>
                      </a:r>
                      <a:r>
                        <a:rPr lang="de-DE" sz="1100" dirty="0" err="1">
                          <a:latin typeface="+mj-lt"/>
                        </a:rPr>
                        <a:t>active</a:t>
                      </a:r>
                      <a:r>
                        <a:rPr lang="de-DE" sz="1100" dirty="0">
                          <a:latin typeface="+mj-lt"/>
                        </a:rPr>
                        <a:t> Portfolio“ aktualisieren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020160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r>
                        <a:rPr lang="de-DE" sz="1100" dirty="0">
                          <a:latin typeface="+mj-lt"/>
                        </a:rPr>
                        <a:t>Beauftragte Projekte regelmäßig aktualisieren und explizit Committ geben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608932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r>
                        <a:rPr lang="de-DE" sz="1100" dirty="0">
                          <a:latin typeface="+mj-lt"/>
                        </a:rPr>
                        <a:t>Projekte stoppen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592274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r>
                        <a:rPr lang="de-DE" sz="1100" dirty="0">
                          <a:latin typeface="+mj-lt"/>
                        </a:rPr>
                        <a:t>Projekte pausieren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230271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r>
                        <a:rPr lang="de-DE" sz="1100" dirty="0">
                          <a:latin typeface="+mj-lt"/>
                        </a:rPr>
                        <a:t>Projekt-Varianten anlegen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087138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r>
                        <a:rPr lang="de-DE" sz="1100" dirty="0">
                          <a:latin typeface="+mj-lt"/>
                        </a:rPr>
                        <a:t>Portfolio Varianten anlegen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486356"/>
                  </a:ext>
                </a:extLst>
              </a:tr>
              <a:tr h="422456">
                <a:tc>
                  <a:txBody>
                    <a:bodyPr/>
                    <a:lstStyle/>
                    <a:p>
                      <a:pPr marL="0" marR="0" lvl="0" indent="0" algn="l" defTabSz="97631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>
                          <a:latin typeface="+mj-lt"/>
                        </a:rPr>
                        <a:t>Ressourcen Engpässe lösen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+mj-lt"/>
                        </a:rPr>
                        <a:t>(x)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1207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570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Folien_Lehre_FIM-FhG">
  <a:themeElements>
    <a:clrScheme name="Folien_Lehre_FIM-FhG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C8C8C"/>
      </a:accent1>
      <a:accent2>
        <a:srgbClr val="646464"/>
      </a:accent2>
      <a:accent3>
        <a:srgbClr val="F0AF00"/>
      </a:accent3>
      <a:accent4>
        <a:srgbClr val="D0A760"/>
      </a:accent4>
      <a:accent5>
        <a:srgbClr val="B10034"/>
      </a:accent5>
      <a:accent6>
        <a:srgbClr val="038A5E"/>
      </a:accent6>
      <a:hlink>
        <a:srgbClr val="0000FF"/>
      </a:hlink>
      <a:folHlink>
        <a:srgbClr val="FF00FF"/>
      </a:folHlink>
    </a:clrScheme>
    <a:fontScheme name="Folien_Lehre_FIM-FhG">
      <a:majorFont>
        <a:latin typeface="Trebuchet MS"/>
        <a:ea typeface="Trebuchet MS"/>
        <a:cs typeface="Trebuchet MS"/>
      </a:majorFont>
      <a:minorFont>
        <a:latin typeface="Helvetica"/>
        <a:ea typeface="Helvetica"/>
        <a:cs typeface="Helvetica"/>
      </a:minorFont>
    </a:fontScheme>
    <a:fmtScheme name="Folien_Lehre_FIM-Fh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500" b="0" i="0" u="none" strike="noStrike" cap="none" spc="0" normalizeH="0" baseline="0" dirty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rebuchet MS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olien_Lehre_FIM-FhG">
  <a:themeElements>
    <a:clrScheme name="Folien_Lehre_FIM-FhG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C8C8C"/>
      </a:accent1>
      <a:accent2>
        <a:srgbClr val="646464"/>
      </a:accent2>
      <a:accent3>
        <a:srgbClr val="F0AF00"/>
      </a:accent3>
      <a:accent4>
        <a:srgbClr val="D0A760"/>
      </a:accent4>
      <a:accent5>
        <a:srgbClr val="B10034"/>
      </a:accent5>
      <a:accent6>
        <a:srgbClr val="038A5E"/>
      </a:accent6>
      <a:hlink>
        <a:srgbClr val="0000FF"/>
      </a:hlink>
      <a:folHlink>
        <a:srgbClr val="FF00FF"/>
      </a:folHlink>
    </a:clrScheme>
    <a:fontScheme name="Folien_Lehre_FIM-FhG">
      <a:majorFont>
        <a:latin typeface="Trebuchet MS"/>
        <a:ea typeface="Trebuchet MS"/>
        <a:cs typeface="Trebuchet MS"/>
      </a:majorFont>
      <a:minorFont>
        <a:latin typeface="Helvetica"/>
        <a:ea typeface="Helvetica"/>
        <a:cs typeface="Helvetica"/>
      </a:minorFont>
    </a:fontScheme>
    <a:fmtScheme name="Folien_Lehre_FIM-Fh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Office PowerPoint</Application>
  <PresentationFormat>Breitbild</PresentationFormat>
  <Paragraphs>99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Montserrat</vt:lpstr>
      <vt:lpstr>Trebuchet MS</vt:lpstr>
      <vt:lpstr>Folien_Lehre_FIM-FhG</vt:lpstr>
      <vt:lpstr>Neue Projekte in VISBO anlegen</vt:lpstr>
      <vt:lpstr>Strategie, um Ressourcen Engpässe aufzulösen</vt:lpstr>
      <vt:lpstr>Empfehlung: wer macht was 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Thomas Koytek</cp:lastModifiedBy>
  <cp:revision>305</cp:revision>
  <cp:lastPrinted>2022-01-24T11:57:34Z</cp:lastPrinted>
  <dcterms:modified xsi:type="dcterms:W3CDTF">2025-10-28T15:01:26Z</dcterms:modified>
</cp:coreProperties>
</file>